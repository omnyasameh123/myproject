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6121" autoAdjust="0"/>
  </p:normalViewPr>
  <p:slideViewPr>
    <p:cSldViewPr>
      <p:cViewPr varScale="1">
        <p:scale>
          <a:sx n="63" d="100"/>
          <a:sy n="63" d="100"/>
        </p:scale>
        <p:origin x="-1596" y="3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0863E-39CB-45DC-B066-E8CE54CEC0F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26790-600B-4516-8184-8B41885A1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0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126790-600B-4516-8184-8B41885A1E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3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4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7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9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8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6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1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3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B98F9-6BB7-4661-B196-E8646B7B475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89BE-1CCC-43A8-93D4-DA20B1DB9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7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3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cepack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121682"/>
              </p:ext>
            </p:extLst>
          </p:nvPr>
        </p:nvGraphicFramePr>
        <p:xfrm>
          <a:off x="609600" y="838200"/>
          <a:ext cx="8001000" cy="605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/>
                <a:gridCol w="4000500"/>
              </a:tblGrid>
              <a:tr h="100030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Products-printing</a:t>
                      </a:r>
                    </a:p>
                    <a:p>
                      <a:r>
                        <a:rPr lang="en-US" sz="1400" dirty="0" smtClean="0"/>
                        <a:t>Capabilities</a:t>
                      </a:r>
                    </a:p>
                    <a:p>
                      <a:r>
                        <a:rPr lang="en-US" sz="1400" dirty="0" smtClean="0"/>
                        <a:t>Our </a:t>
                      </a:r>
                      <a:r>
                        <a:rPr lang="en-US" sz="1400" dirty="0" err="1" smtClean="0"/>
                        <a:t>succes</a:t>
                      </a:r>
                      <a:r>
                        <a:rPr lang="en-US" sz="1400" baseline="0" dirty="0" smtClean="0"/>
                        <a:t> record</a:t>
                      </a:r>
                    </a:p>
                    <a:p>
                      <a:r>
                        <a:rPr lang="en-US" sz="1400" baseline="0" dirty="0" smtClean="0"/>
                        <a:t>Logo for clients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home</a:t>
                      </a:r>
                      <a:endParaRPr lang="en-US" sz="1400" dirty="0"/>
                    </a:p>
                  </a:txBody>
                  <a:tcPr/>
                </a:tc>
              </a:tr>
              <a:tr h="54302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Company history</a:t>
                      </a:r>
                    </a:p>
                    <a:p>
                      <a:r>
                        <a:rPr lang="en-US" sz="1400" dirty="0" smtClean="0"/>
                        <a:t>Our beliefs</a:t>
                      </a:r>
                      <a:endParaRPr lang="en-US" sz="14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About us</a:t>
                      </a:r>
                      <a:endParaRPr lang="en-US" sz="1400" dirty="0"/>
                    </a:p>
                  </a:txBody>
                  <a:tcPr/>
                </a:tc>
              </a:tr>
              <a:tr h="122895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Technology</a:t>
                      </a:r>
                    </a:p>
                    <a:p>
                      <a:r>
                        <a:rPr lang="en-US" sz="1400" dirty="0" smtClean="0"/>
                        <a:t>Quality control</a:t>
                      </a:r>
                    </a:p>
                    <a:p>
                      <a:r>
                        <a:rPr lang="en-US" sz="1400" dirty="0" smtClean="0"/>
                        <a:t>Safety and health</a:t>
                      </a:r>
                    </a:p>
                    <a:p>
                      <a:r>
                        <a:rPr lang="en-US" sz="1400" dirty="0" smtClean="0"/>
                        <a:t>Environment</a:t>
                      </a:r>
                    </a:p>
                    <a:p>
                      <a:r>
                        <a:rPr lang="en-US" sz="1400" dirty="0" smtClean="0"/>
                        <a:t>Supply</a:t>
                      </a:r>
                      <a:r>
                        <a:rPr lang="en-US" sz="1400" baseline="0" dirty="0" smtClean="0"/>
                        <a:t> chain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Capabilities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Our research and development sector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innovation</a:t>
                      </a:r>
                      <a:endParaRPr lang="en-US" sz="1400" dirty="0"/>
                    </a:p>
                  </a:txBody>
                  <a:tcPr/>
                </a:tc>
              </a:tr>
              <a:tr h="117729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Products :</a:t>
                      </a:r>
                      <a:r>
                        <a:rPr lang="ar-EG" sz="1400" dirty="0" smtClean="0"/>
                        <a:t>صور للكراتين</a:t>
                      </a:r>
                    </a:p>
                    <a:p>
                      <a:r>
                        <a:rPr lang="en-US" sz="1400" dirty="0" smtClean="0"/>
                        <a:t>Printing: high graphic post print </a:t>
                      </a:r>
                      <a:r>
                        <a:rPr lang="en-US" sz="1400" dirty="0" err="1" smtClean="0"/>
                        <a:t>flexo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                 high quality pre print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Products-printing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</a:tr>
              <a:tr h="3944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 smtClean="0"/>
                        <a:t>Logo for clients</a:t>
                      </a: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partners</a:t>
                      </a:r>
                      <a:endParaRPr lang="en-US" sz="1600" dirty="0"/>
                    </a:p>
                  </a:txBody>
                  <a:tcPr/>
                </a:tc>
              </a:tr>
              <a:tr h="39440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What does </a:t>
                      </a:r>
                      <a:r>
                        <a:rPr lang="en-US" sz="1800" dirty="0" err="1" smtClean="0"/>
                        <a:t>cepack</a:t>
                      </a:r>
                      <a:r>
                        <a:rPr lang="en-US" sz="1800" dirty="0" smtClean="0"/>
                        <a:t> do?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careers</a:t>
                      </a:r>
                      <a:endParaRPr lang="en-US" sz="1800" dirty="0"/>
                    </a:p>
                  </a:txBody>
                  <a:tcPr/>
                </a:tc>
              </a:tr>
              <a:tr h="394407">
                <a:tc>
                  <a:txBody>
                    <a:bodyPr/>
                    <a:lstStyle/>
                    <a:p>
                      <a:r>
                        <a:rPr lang="ar-EG" sz="1800" dirty="0" smtClean="0"/>
                        <a:t>ارقام للتواصل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Contact us</a:t>
                      </a:r>
                      <a:endParaRPr lang="en-US" sz="1800" dirty="0"/>
                    </a:p>
                  </a:txBody>
                  <a:tcPr/>
                </a:tc>
              </a:tr>
              <a:tr h="394407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58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unipaknile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367739"/>
              </p:ext>
            </p:extLst>
          </p:nvPr>
        </p:nvGraphicFramePr>
        <p:xfrm>
          <a:off x="381000" y="838202"/>
          <a:ext cx="8305800" cy="622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4114800"/>
              </a:tblGrid>
              <a:tr h="173736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Welcome to </a:t>
                      </a:r>
                      <a:r>
                        <a:rPr lang="en-US" sz="1800" dirty="0" err="1" smtClean="0"/>
                        <a:t>unipaknile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Who we you</a:t>
                      </a:r>
                    </a:p>
                    <a:p>
                      <a:r>
                        <a:rPr lang="en-US" sz="1800" dirty="0" smtClean="0"/>
                        <a:t>Our products</a:t>
                      </a:r>
                    </a:p>
                    <a:p>
                      <a:r>
                        <a:rPr lang="en-US" sz="1800" dirty="0" smtClean="0"/>
                        <a:t>Certification </a:t>
                      </a:r>
                      <a:r>
                        <a:rPr lang="ar-EG" sz="1800" dirty="0" smtClean="0"/>
                        <a:t>اسماء بس: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Packaging solutions</a:t>
                      </a:r>
                      <a:endParaRPr lang="ar-EG" sz="1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Our </a:t>
                      </a:r>
                      <a:r>
                        <a:rPr lang="en-US" sz="1800" dirty="0" err="1" smtClean="0"/>
                        <a:t>succes</a:t>
                      </a:r>
                      <a:r>
                        <a:rPr lang="en-US" sz="1800" baseline="0" dirty="0" smtClean="0"/>
                        <a:t>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home</a:t>
                      </a:r>
                      <a:endParaRPr lang="en-US" sz="1800" dirty="0"/>
                    </a:p>
                  </a:txBody>
                  <a:tcPr/>
                </a:tc>
              </a:tr>
              <a:tr h="7149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Who we you</a:t>
                      </a:r>
                    </a:p>
                    <a:p>
                      <a:r>
                        <a:rPr lang="en-US" sz="1800" dirty="0" smtClean="0"/>
                        <a:t>Logo</a:t>
                      </a:r>
                      <a:r>
                        <a:rPr lang="en-US" sz="1800" baseline="0" dirty="0" smtClean="0"/>
                        <a:t> for clients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About us</a:t>
                      </a:r>
                      <a:endParaRPr lang="en-US" sz="1800" dirty="0"/>
                    </a:p>
                  </a:txBody>
                  <a:tcPr/>
                </a:tc>
              </a:tr>
              <a:tr h="7149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Products :</a:t>
                      </a:r>
                      <a:r>
                        <a:rPr lang="ar-EG" sz="1800" dirty="0" smtClean="0"/>
                        <a:t>صور للكراتين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products</a:t>
                      </a:r>
                      <a:endParaRPr lang="en-US" sz="1800" b="1" dirty="0"/>
                    </a:p>
                  </a:txBody>
                  <a:tcPr/>
                </a:tc>
              </a:tr>
              <a:tr h="714914">
                <a:tc>
                  <a:txBody>
                    <a:bodyPr/>
                    <a:lstStyle/>
                    <a:p>
                      <a:r>
                        <a:rPr lang="ar-EG" sz="1800" dirty="0" smtClean="0"/>
                        <a:t>اماكن شغلها برا مصر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Where we operate</a:t>
                      </a:r>
                      <a:endParaRPr lang="en-US" sz="18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Environmental sustainability</a:t>
                      </a:r>
                    </a:p>
                    <a:p>
                      <a:r>
                        <a:rPr lang="en-US" sz="1800" dirty="0" smtClean="0"/>
                        <a:t>Social responsibility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sustainability</a:t>
                      </a:r>
                      <a:endParaRPr lang="en-US" sz="1800" dirty="0"/>
                    </a:p>
                  </a:txBody>
                  <a:tcPr/>
                </a:tc>
              </a:tr>
              <a:tr h="7149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News</a:t>
                      </a:r>
                    </a:p>
                    <a:p>
                      <a:r>
                        <a:rPr lang="en-US" sz="1800" dirty="0" smtClean="0"/>
                        <a:t>events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media</a:t>
                      </a:r>
                      <a:endParaRPr lang="en-US" sz="1800" dirty="0"/>
                    </a:p>
                  </a:txBody>
                  <a:tcPr/>
                </a:tc>
              </a:tr>
              <a:tr h="7149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Get in touch with us</a:t>
                      </a:r>
                    </a:p>
                    <a:p>
                      <a:r>
                        <a:rPr lang="ar-EG" sz="1800" dirty="0" smtClean="0"/>
                        <a:t>ارقام للتواصل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contact</a:t>
                      </a:r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31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Autofit/>
          </a:bodyPr>
          <a:lstStyle/>
          <a:p>
            <a:r>
              <a:rPr lang="en-US" sz="4000" dirty="0" err="1" smtClean="0"/>
              <a:t>Unipaknile</a:t>
            </a:r>
            <a:r>
              <a:rPr lang="en-US" sz="4000" dirty="0" smtClean="0"/>
              <a:t> and </a:t>
            </a:r>
            <a:r>
              <a:rPr lang="en-US" sz="4000" dirty="0" err="1" smtClean="0"/>
              <a:t>cepack</a:t>
            </a:r>
            <a:endParaRPr lang="en-US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30400"/>
              </p:ext>
            </p:extLst>
          </p:nvPr>
        </p:nvGraphicFramePr>
        <p:xfrm>
          <a:off x="4572000" y="533401"/>
          <a:ext cx="4724400" cy="114312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0800"/>
                <a:gridCol w="2133600"/>
              </a:tblGrid>
              <a:tr h="20116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Products-printing</a:t>
                      </a:r>
                    </a:p>
                    <a:p>
                      <a:r>
                        <a:rPr lang="en-US" sz="1800" dirty="0" smtClean="0"/>
                        <a:t>Capabilities</a:t>
                      </a:r>
                    </a:p>
                    <a:p>
                      <a:r>
                        <a:rPr lang="en-US" sz="1800" dirty="0" smtClean="0"/>
                        <a:t>Our </a:t>
                      </a:r>
                      <a:r>
                        <a:rPr lang="en-US" sz="1800" dirty="0" err="1" smtClean="0"/>
                        <a:t>succes</a:t>
                      </a:r>
                      <a:r>
                        <a:rPr lang="en-US" sz="1800" baseline="0" dirty="0" smtClean="0"/>
                        <a:t> record</a:t>
                      </a:r>
                    </a:p>
                    <a:p>
                      <a:r>
                        <a:rPr lang="en-US" sz="1800" baseline="0" dirty="0" smtClean="0"/>
                        <a:t>Logo for clients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Home to </a:t>
                      </a:r>
                      <a:r>
                        <a:rPr lang="en-US" sz="1800" dirty="0" err="1" smtClean="0"/>
                        <a:t>cepack</a:t>
                      </a:r>
                      <a:endParaRPr lang="en-US" sz="18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Company history</a:t>
                      </a:r>
                    </a:p>
                    <a:p>
                      <a:r>
                        <a:rPr lang="en-US" sz="1800" dirty="0" smtClean="0"/>
                        <a:t>Our beliefs</a:t>
                      </a:r>
                      <a:endParaRPr lang="en-US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About us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Products :</a:t>
                      </a:r>
                      <a:r>
                        <a:rPr lang="ar-EG" sz="1800" dirty="0" smtClean="0"/>
                        <a:t>صور للكراتين</a:t>
                      </a:r>
                    </a:p>
                    <a:p>
                      <a:r>
                        <a:rPr lang="en-US" sz="1800" dirty="0" smtClean="0"/>
                        <a:t>Printing: high graphic post print </a:t>
                      </a:r>
                      <a:r>
                        <a:rPr lang="en-US" sz="1800" dirty="0" err="1" smtClean="0"/>
                        <a:t>flexo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                 high quality pre 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Products-printing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Technology</a:t>
                      </a:r>
                    </a:p>
                    <a:p>
                      <a:r>
                        <a:rPr lang="en-US" sz="1800" dirty="0" smtClean="0"/>
                        <a:t>Quality control</a:t>
                      </a:r>
                    </a:p>
                    <a:p>
                      <a:r>
                        <a:rPr lang="en-US" sz="1800" dirty="0" smtClean="0"/>
                        <a:t>Safety and health</a:t>
                      </a:r>
                    </a:p>
                    <a:p>
                      <a:r>
                        <a:rPr lang="en-US" sz="1800" dirty="0" smtClean="0"/>
                        <a:t>Environment</a:t>
                      </a:r>
                    </a:p>
                    <a:p>
                      <a:r>
                        <a:rPr lang="en-US" sz="1800" dirty="0" smtClean="0"/>
                        <a:t>Supply</a:t>
                      </a:r>
                      <a:r>
                        <a:rPr lang="en-US" sz="1800" baseline="0" dirty="0" smtClean="0"/>
                        <a:t> chain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Capabilities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Our research and development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innovation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14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/>
                        <a:t>Logo for clients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partners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What does </a:t>
                      </a:r>
                      <a:r>
                        <a:rPr lang="en-US" sz="1800" dirty="0" err="1" smtClean="0"/>
                        <a:t>cepack</a:t>
                      </a:r>
                      <a:r>
                        <a:rPr lang="en-US" sz="1800" dirty="0" smtClean="0"/>
                        <a:t> do?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careers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14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800" dirty="0" smtClean="0"/>
                        <a:t>ارقام للتواصل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Contact us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145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1760"/>
              </p:ext>
            </p:extLst>
          </p:nvPr>
        </p:nvGraphicFramePr>
        <p:xfrm>
          <a:off x="0" y="533397"/>
          <a:ext cx="4495800" cy="101261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8400"/>
                <a:gridCol w="2057400"/>
              </a:tblGrid>
              <a:tr h="28346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Welcome to </a:t>
                      </a:r>
                      <a:r>
                        <a:rPr lang="en-US" sz="1800" dirty="0" err="1" smtClean="0"/>
                        <a:t>unipaknile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Who we you</a:t>
                      </a:r>
                    </a:p>
                    <a:p>
                      <a:r>
                        <a:rPr lang="en-US" sz="1800" dirty="0" smtClean="0"/>
                        <a:t>Our products</a:t>
                      </a:r>
                    </a:p>
                    <a:p>
                      <a:r>
                        <a:rPr lang="en-US" sz="1800" dirty="0" smtClean="0"/>
                        <a:t>Certification </a:t>
                      </a:r>
                      <a:r>
                        <a:rPr lang="ar-EG" sz="1800" dirty="0" smtClean="0"/>
                        <a:t>اسماء بس: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Packaging solutions</a:t>
                      </a:r>
                      <a:endParaRPr lang="ar-EG" sz="1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Our </a:t>
                      </a:r>
                      <a:r>
                        <a:rPr lang="en-US" sz="1800" dirty="0" err="1" smtClean="0"/>
                        <a:t>succes</a:t>
                      </a:r>
                      <a:r>
                        <a:rPr lang="en-US" sz="1800" baseline="0" dirty="0" smtClean="0"/>
                        <a:t>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Home to </a:t>
                      </a:r>
                      <a:r>
                        <a:rPr lang="en-US" sz="1800" dirty="0" err="1" smtClean="0"/>
                        <a:t>unipaknile</a:t>
                      </a:r>
                      <a:endParaRPr lang="en-US" sz="18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Who we you</a:t>
                      </a:r>
                    </a:p>
                    <a:p>
                      <a:r>
                        <a:rPr lang="en-US" sz="1800" dirty="0" smtClean="0"/>
                        <a:t>Logo</a:t>
                      </a:r>
                      <a:r>
                        <a:rPr lang="en-US" sz="1800" baseline="0" dirty="0" smtClean="0"/>
                        <a:t> for clients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About us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2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Products :</a:t>
                      </a:r>
                      <a:r>
                        <a:rPr lang="ar-EG" sz="1800" dirty="0" smtClean="0"/>
                        <a:t>صور للكراتين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/>
                        <a:t>products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800" dirty="0" smtClean="0"/>
                        <a:t>اماكن شغلها برا مصر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Where we operate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Environmental sustainability</a:t>
                      </a:r>
                    </a:p>
                    <a:p>
                      <a:r>
                        <a:rPr lang="en-US" sz="1800" dirty="0" smtClean="0"/>
                        <a:t>Social 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sustainability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273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News</a:t>
                      </a:r>
                    </a:p>
                    <a:p>
                      <a:r>
                        <a:rPr lang="en-US" sz="1800" dirty="0" smtClean="0"/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media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273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Get in touch with us</a:t>
                      </a:r>
                    </a:p>
                    <a:p>
                      <a:r>
                        <a:rPr lang="ar-EG" sz="1800" dirty="0" smtClean="0"/>
                        <a:t>ارقام للتواصل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Contact us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70273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50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81000"/>
          </a:xfrm>
        </p:spPr>
        <p:txBody>
          <a:bodyPr>
            <a:noAutofit/>
          </a:bodyPr>
          <a:lstStyle/>
          <a:p>
            <a:r>
              <a:rPr lang="en-US" sz="4000" dirty="0" err="1" smtClean="0"/>
              <a:t>ucic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030844"/>
              </p:ext>
            </p:extLst>
          </p:nvPr>
        </p:nvGraphicFramePr>
        <p:xfrm>
          <a:off x="457200" y="609602"/>
          <a:ext cx="8229600" cy="614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8288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Partners</a:t>
                      </a:r>
                    </a:p>
                    <a:p>
                      <a:r>
                        <a:rPr 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Capability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history</a:t>
                      </a:r>
                    </a:p>
                    <a:p>
                      <a:r>
                        <a:rPr lang="en-US" sz="1400" dirty="0" smtClean="0"/>
                        <a:t>Our values</a:t>
                      </a:r>
                    </a:p>
                    <a:p>
                      <a:r>
                        <a:rPr 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Shareholders</a:t>
                      </a: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Production process</a:t>
                      </a:r>
                      <a:endParaRPr lang="en-US" sz="1400" b="0" i="0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Certifications</a:t>
                      </a:r>
                      <a:endParaRPr lang="en-US" sz="1400" b="0" i="0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about</a:t>
                      </a:r>
                      <a:endParaRPr lang="en-US" sz="1800" dirty="0"/>
                    </a:p>
                  </a:txBody>
                  <a:tcPr/>
                </a:tc>
              </a:tr>
              <a:tr h="1394460"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Regular Slotted Containers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Half Slotted Containers</a:t>
                      </a:r>
                    </a:p>
                    <a:p>
                      <a:r>
                        <a:rPr lang="en-US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 Around</a:t>
                      </a:r>
                    </a:p>
                    <a:p>
                      <a:r>
                        <a:rPr lang="en-US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Die Cut Products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Graphic</a:t>
                      </a:r>
                    </a:p>
                    <a:p>
                      <a:r>
                        <a:rPr lang="en-US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Digital Printed Stands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product</a:t>
                      </a:r>
                      <a:endParaRPr lang="en-US" sz="1800" dirty="0"/>
                    </a:p>
                  </a:txBody>
                  <a:tcPr/>
                </a:tc>
              </a:tr>
              <a:tr h="117729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Mission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 Areas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Effort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Goals</a:t>
                      </a:r>
                      <a:endParaRPr lang="en-US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Sustainability</a:t>
                      </a:r>
                      <a:endParaRPr lang="en-US" sz="18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IPIC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UPIC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RAK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subsidiaries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products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Subsidiaries</a:t>
                      </a:r>
                      <a:endParaRPr 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production</a:t>
                      </a:r>
                      <a:endParaRPr lang="en-US" sz="1800" dirty="0"/>
                    </a:p>
                  </a:txBody>
                  <a:tcPr/>
                </a:tc>
              </a:tr>
              <a:tr h="47474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42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" y="0"/>
            <a:ext cx="9113520" cy="6858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13300"/>
              </p:ext>
            </p:extLst>
          </p:nvPr>
        </p:nvGraphicFramePr>
        <p:xfrm>
          <a:off x="-30480" y="-838200"/>
          <a:ext cx="9326880" cy="16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74520"/>
                <a:gridCol w="2133600"/>
                <a:gridCol w="2209800"/>
                <a:gridCol w="1783080"/>
              </a:tblGrid>
              <a:tr h="4413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cepck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unipaknile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ucic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mmkpack</a:t>
                      </a:r>
                      <a:endParaRPr lang="en-US" dirty="0"/>
                    </a:p>
                  </a:txBody>
                  <a:tcPr/>
                </a:tc>
              </a:tr>
              <a:tr h="1737992">
                <a:tc>
                  <a:txBody>
                    <a:bodyPr/>
                    <a:lstStyle/>
                    <a:p>
                      <a:r>
                        <a:rPr lang="en-US" dirty="0" smtClean="0"/>
                        <a:t>home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-Products-printing</a:t>
                      </a:r>
                    </a:p>
                    <a:p>
                      <a:r>
                        <a:rPr lang="en-US" sz="1600" dirty="0" smtClean="0"/>
                        <a:t>-Capabilities</a:t>
                      </a:r>
                    </a:p>
                    <a:p>
                      <a:r>
                        <a:rPr lang="en-US" sz="1600" dirty="0" smtClean="0"/>
                        <a:t>-Our </a:t>
                      </a:r>
                      <a:r>
                        <a:rPr lang="en-US" sz="1600" dirty="0" err="1" smtClean="0"/>
                        <a:t>succes</a:t>
                      </a:r>
                      <a:r>
                        <a:rPr lang="en-US" sz="1600" baseline="0" dirty="0" smtClean="0"/>
                        <a:t> record</a:t>
                      </a:r>
                    </a:p>
                    <a:p>
                      <a:r>
                        <a:rPr lang="en-US" sz="1600" baseline="0" dirty="0" smtClean="0"/>
                        <a:t>-Logo for clients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Welcome to </a:t>
                      </a:r>
                      <a:r>
                        <a:rPr lang="en-US" sz="1600" dirty="0" err="1" smtClean="0"/>
                        <a:t>unipaknile</a:t>
                      </a:r>
                      <a:endParaRPr lang="en-US" sz="1600" dirty="0" smtClean="0"/>
                    </a:p>
                    <a:p>
                      <a:r>
                        <a:rPr lang="en-US" sz="1600" dirty="0" smtClean="0"/>
                        <a:t>-Who we are</a:t>
                      </a:r>
                    </a:p>
                    <a:p>
                      <a:r>
                        <a:rPr lang="en-US" sz="1600" dirty="0" smtClean="0"/>
                        <a:t>-Our products</a:t>
                      </a:r>
                    </a:p>
                    <a:p>
                      <a:r>
                        <a:rPr lang="en-US" sz="1600" dirty="0" smtClean="0"/>
                        <a:t>-Certification </a:t>
                      </a:r>
                      <a:r>
                        <a:rPr lang="ar-EG" sz="1600" dirty="0" smtClean="0"/>
                        <a:t>لوجو بس:</a:t>
                      </a:r>
                      <a:endParaRPr lang="en-US" sz="1600" dirty="0" smtClean="0"/>
                    </a:p>
                    <a:p>
                      <a:r>
                        <a:rPr lang="en-US" sz="1600" dirty="0" smtClean="0"/>
                        <a:t>-Packaging</a:t>
                      </a:r>
                      <a:r>
                        <a:rPr lang="ar-EG" sz="1600" baseline="0" dirty="0" smtClean="0"/>
                        <a:t> </a:t>
                      </a:r>
                      <a:r>
                        <a:rPr lang="en-US" sz="1600" dirty="0" smtClean="0"/>
                        <a:t>solutions</a:t>
                      </a:r>
                      <a:endParaRPr lang="ar-EG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-Our </a:t>
                      </a:r>
                      <a:r>
                        <a:rPr lang="en-US" sz="1600" dirty="0" err="1" smtClean="0"/>
                        <a:t>succes</a:t>
                      </a:r>
                      <a:r>
                        <a:rPr lang="en-US" sz="1600" baseline="0" dirty="0" smtClean="0"/>
                        <a:t>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-our</a:t>
                      </a:r>
                      <a:r>
                        <a:rPr lang="en-US" sz="1600" baseline="0" dirty="0" smtClean="0"/>
                        <a:t> services</a:t>
                      </a:r>
                    </a:p>
                    <a:p>
                      <a:r>
                        <a:rPr lang="en-US" sz="1600" baseline="0" dirty="0" smtClean="0"/>
                        <a:t>-about </a:t>
                      </a:r>
                      <a:r>
                        <a:rPr lang="en-US" sz="1600" baseline="0" dirty="0" err="1" smtClean="0"/>
                        <a:t>mmkpack</a:t>
                      </a:r>
                      <a:endParaRPr lang="en-US" sz="1600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-Our </a:t>
                      </a:r>
                      <a:r>
                        <a:rPr lang="en-US" sz="1600" dirty="0" err="1" smtClean="0"/>
                        <a:t>succes</a:t>
                      </a:r>
                      <a:r>
                        <a:rPr lang="en-US" sz="1600" baseline="0" dirty="0" smtClean="0"/>
                        <a:t> record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-</a:t>
                      </a:r>
                      <a:r>
                        <a:rPr lang="en-US" sz="1600" dirty="0" smtClean="0"/>
                        <a:t>Capabilities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2042792">
                <a:tc>
                  <a:txBody>
                    <a:bodyPr/>
                    <a:lstStyle/>
                    <a:p>
                      <a:r>
                        <a:rPr lang="en-US" dirty="0" smtClean="0"/>
                        <a:t>About 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</a:t>
                      </a:r>
                      <a:r>
                        <a:rPr lang="en-US" sz="1600" dirty="0" smtClean="0"/>
                        <a:t>Company history</a:t>
                      </a:r>
                    </a:p>
                    <a:p>
                      <a:r>
                        <a:rPr lang="en-US" sz="1600" dirty="0" smtClean="0"/>
                        <a:t>-Our beliefs</a:t>
                      </a:r>
                      <a:endParaRPr lang="en-US" sz="1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-</a:t>
                      </a:r>
                      <a:r>
                        <a:rPr lang="en-US" sz="1600" dirty="0" smtClean="0"/>
                        <a:t>Who we are</a:t>
                      </a:r>
                    </a:p>
                    <a:p>
                      <a:r>
                        <a:rPr lang="en-US" sz="1600" dirty="0" smtClean="0"/>
                        <a:t>-Logo</a:t>
                      </a:r>
                      <a:r>
                        <a:rPr lang="en-US" sz="1600" baseline="0" dirty="0" smtClean="0"/>
                        <a:t> for clients</a:t>
                      </a:r>
                      <a:endParaRPr lang="en-US" sz="1600" dirty="0" smtClean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Partners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-Our Capability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-Our history</a:t>
                      </a:r>
                    </a:p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-Our values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-Shareholders</a:t>
                      </a:r>
                    </a:p>
                    <a:p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-Production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endParaRPr lang="en-US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-Certifications</a:t>
                      </a:r>
                      <a:endParaRPr lang="en-US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</a:t>
                      </a:r>
                      <a:r>
                        <a:rPr lang="en-US" sz="1600" dirty="0" smtClean="0"/>
                        <a:t>Company history</a:t>
                      </a:r>
                    </a:p>
                    <a:p>
                      <a:r>
                        <a:rPr lang="en-US" sz="1600" dirty="0" smtClean="0"/>
                        <a:t>-Our beliefs</a:t>
                      </a:r>
                      <a:endParaRPr lang="en-US" sz="1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  <a:tr h="19450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Products-printing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</a:t>
                      </a:r>
                      <a:r>
                        <a:rPr lang="en-US" sz="1600" dirty="0" smtClean="0"/>
                        <a:t>Products :</a:t>
                      </a:r>
                      <a:r>
                        <a:rPr lang="ar-EG" sz="1600" dirty="0" smtClean="0"/>
                        <a:t>صور للكراتين</a:t>
                      </a:r>
                    </a:p>
                    <a:p>
                      <a:r>
                        <a:rPr lang="en-US" sz="1600" dirty="0" smtClean="0"/>
                        <a:t>-Printing: high graphic post print </a:t>
                      </a:r>
                      <a:r>
                        <a:rPr lang="en-US" sz="1600" dirty="0" err="1" smtClean="0"/>
                        <a:t>flexo</a:t>
                      </a:r>
                      <a:endParaRPr lang="en-US" sz="1600" dirty="0" smtClean="0"/>
                    </a:p>
                    <a:p>
                      <a:r>
                        <a:rPr lang="en-US" sz="1600" dirty="0" smtClean="0"/>
                        <a:t> -high quality pre 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-</a:t>
                      </a:r>
                      <a:r>
                        <a:rPr lang="en-US" sz="1600" dirty="0" smtClean="0"/>
                        <a:t>Products :</a:t>
                      </a:r>
                      <a:r>
                        <a:rPr lang="ar-EG" sz="1600" dirty="0" smtClean="0"/>
                        <a:t>صور للكراتين</a:t>
                      </a:r>
                      <a:endParaRPr lang="en-US" sz="16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Regular Slotted Containers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-Half Slotted Containers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-Wrap Around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-Die Cut Products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-High Graphic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-Digital Printed Stands</a:t>
                      </a:r>
                      <a:endParaRPr lang="en-US" sz="1600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-</a:t>
                      </a:r>
                      <a:r>
                        <a:rPr lang="en-US" sz="1600" dirty="0" smtClean="0"/>
                        <a:t>Products :</a:t>
                      </a:r>
                      <a:r>
                        <a:rPr lang="ar-EG" sz="1600" dirty="0" smtClean="0"/>
                        <a:t>صور للكراتين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2867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Capabilities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-Technology</a:t>
                      </a:r>
                    </a:p>
                    <a:p>
                      <a:r>
                        <a:rPr lang="en-US" sz="1600" dirty="0" smtClean="0"/>
                        <a:t>-Quality control</a:t>
                      </a:r>
                    </a:p>
                    <a:p>
                      <a:r>
                        <a:rPr lang="en-US" sz="1600" dirty="0" smtClean="0"/>
                        <a:t>-Safety and health</a:t>
                      </a:r>
                    </a:p>
                    <a:p>
                      <a:r>
                        <a:rPr lang="en-US" sz="1600" dirty="0" smtClean="0"/>
                        <a:t>-Environment</a:t>
                      </a:r>
                    </a:p>
                    <a:p>
                      <a:r>
                        <a:rPr lang="en-US" sz="1600" dirty="0" smtClean="0"/>
                        <a:t>-Supply</a:t>
                      </a:r>
                      <a:r>
                        <a:rPr lang="en-US" sz="1600" baseline="0" dirty="0" smtClean="0"/>
                        <a:t> chain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2400" b="1" dirty="0" smtClean="0">
                          <a:solidFill>
                            <a:srgbClr val="FF0000"/>
                          </a:solidFill>
                        </a:rPr>
                        <a:t>              </a:t>
                      </a:r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4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b="1" dirty="0"/>
                    </a:p>
                  </a:txBody>
                  <a:tcPr/>
                </a:tc>
              </a:tr>
              <a:tr h="837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innovation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-Our research and development sector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</a:tr>
              <a:tr h="3590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Logo for clients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Logo for clients</a:t>
                      </a:r>
                      <a:endParaRPr lang="en-US" sz="1600" dirty="0" smtClean="0"/>
                    </a:p>
                  </a:txBody>
                  <a:tcPr/>
                </a:tc>
              </a:tr>
              <a:tr h="568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Where we 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600" dirty="0" smtClean="0"/>
                        <a:t>اماكن شغلها برا مصر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</a:tr>
              <a:tr h="12867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sustainability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1600" dirty="0" smtClean="0"/>
                        <a:t>-</a:t>
                      </a:r>
                      <a:r>
                        <a:rPr lang="en-US" sz="1600" dirty="0" smtClean="0"/>
                        <a:t>Environmental </a:t>
                      </a:r>
                      <a:r>
                        <a:rPr lang="ar-EG" sz="1600" dirty="0" smtClean="0"/>
                        <a:t>-</a:t>
                      </a:r>
                      <a:r>
                        <a:rPr lang="en-US" sz="1600" dirty="0" smtClean="0"/>
                        <a:t>sustainability</a:t>
                      </a:r>
                    </a:p>
                    <a:p>
                      <a:r>
                        <a:rPr lang="ar-EG" sz="1600" dirty="0" smtClean="0"/>
                        <a:t>-</a:t>
                      </a:r>
                      <a:r>
                        <a:rPr lang="en-US" sz="1600" dirty="0" smtClean="0"/>
                        <a:t>Social 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Mission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ar-EG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 Areas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ar-EG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ar-EG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Effort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ar-EG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Goals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</a:tr>
              <a:tr h="598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media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1800" dirty="0" smtClean="0"/>
                        <a:t>-</a:t>
                      </a:r>
                      <a:r>
                        <a:rPr lang="en-US" sz="1600" dirty="0" smtClean="0"/>
                        <a:t>News</a:t>
                      </a:r>
                    </a:p>
                    <a:p>
                      <a:r>
                        <a:rPr lang="ar-EG" sz="1600" dirty="0" smtClean="0"/>
                        <a:t>-</a:t>
                      </a:r>
                      <a:r>
                        <a:rPr lang="en-US" sz="1600" dirty="0" smtClean="0"/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</a:tr>
              <a:tr h="8079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subsidiaries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IPIC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UPIC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RAK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</a:tr>
              <a:tr h="598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production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products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Subsidiaries</a:t>
                      </a:r>
                      <a:endParaRPr lang="en-US" sz="1200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 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000" dirty="0"/>
                    </a:p>
                  </a:txBody>
                  <a:tcPr/>
                </a:tc>
              </a:tr>
              <a:tr h="10772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600" dirty="0" smtClean="0"/>
                        <a:t>ارقام للتواصل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Get in touch with us</a:t>
                      </a:r>
                    </a:p>
                    <a:p>
                      <a:r>
                        <a:rPr lang="ar-EG" sz="1600" dirty="0" smtClean="0"/>
                        <a:t>ارقام للتواصل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Get in touch with us</a:t>
                      </a:r>
                    </a:p>
                    <a:p>
                      <a:r>
                        <a:rPr lang="ar-EG" sz="1600" dirty="0" smtClean="0"/>
                        <a:t>ارقام للتواصل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Get in touch with us</a:t>
                      </a:r>
                    </a:p>
                    <a:p>
                      <a:r>
                        <a:rPr lang="ar-EG" sz="1600" dirty="0" smtClean="0"/>
                        <a:t>ارقام للتواصل</a:t>
                      </a:r>
                      <a:endParaRPr lang="en-US" sz="16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598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Why </a:t>
                      </a:r>
                      <a:r>
                        <a:rPr lang="en-US" sz="1600" dirty="0" err="1" smtClean="0"/>
                        <a:t>mmkpack</a:t>
                      </a:r>
                      <a:endParaRPr lang="en-US" sz="16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sz="2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-raw materials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Quality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Trust and honesty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Speed and accuracy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Skills and experience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Compotitive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price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Transportation and shipping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489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585</Words>
  <Application>Microsoft Office PowerPoint</Application>
  <PresentationFormat>On-screen Show (4:3)</PresentationFormat>
  <Paragraphs>271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cepack</vt:lpstr>
      <vt:lpstr>unipaknile</vt:lpstr>
      <vt:lpstr>Unipaknile and cepack</vt:lpstr>
      <vt:lpstr>ucic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cepack</dc:title>
  <dc:creator>omnya</dc:creator>
  <cp:lastModifiedBy>omnya</cp:lastModifiedBy>
  <cp:revision>21</cp:revision>
  <dcterms:created xsi:type="dcterms:W3CDTF">2024-09-29T17:15:09Z</dcterms:created>
  <dcterms:modified xsi:type="dcterms:W3CDTF">2024-10-16T21:05:36Z</dcterms:modified>
</cp:coreProperties>
</file>